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—  GRAND 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 🔍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Community Trust &amp; Investigation Platform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POCKETMIND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trust the name. Investigate the evidence.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292608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DEMO → GRAND FINALE BUILD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411480"/>
            <a:ext cx="2286000" cy="42976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 w="25400">
            <a:solidFill>
              <a:srgbClr val="3A5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502920"/>
            <a:ext cx="2103120" cy="4114800"/>
          </a:xfrm>
          <a:prstGeom prst="roundRect">
            <a:avLst>
              <a:gd name="adj" fmla="val 34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640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70B10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097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Scan evidence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2402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070B10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“Why is this suspicious?”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9260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2A121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paid ₹850 for an internship.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completed the assigned work, then discovered it was a scam. It looked legitimate.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429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“Does this company exist?”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trust ALL the evidence?”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can one person’s discovery help others?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32588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3258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47672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47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1947672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9476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9464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56946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platforms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2569464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256946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groups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191256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19125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posters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3191256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319125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813048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38130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→ 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checks one thing.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/ website checkers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URL, domain, reputation; may miss recruiter, offer, email and payment context.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detectors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message itself, not the complete opportunity.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188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lookup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company name can still be misused by scammers.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the destination, not whether the opportunity is trustworthy.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summarize; not necessarily an evidence-verification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and warnings are fragmented and hard to connect or verify.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TRUST DECISIONS CONNECT ALL OF THESE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472184" y="34290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59636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59636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2674620" y="34290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62072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62072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877056" y="34290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4508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64508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079492" y="34290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66944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66944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281928" y="34290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69380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9380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484364" y="3429000"/>
            <a:ext cx="187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71816" y="3429000"/>
            <a:ext cx="1014984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71816" y="342900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layer: connecting the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TRUSTLENS?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becomes an investigation device.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community trust and investigation platform: investigate suspicious digital opportunities and share useful trust intelligence.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/ job / event posters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codes, business cards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payment requests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letters, PDFs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WhatsApp, LinkedIn screenshots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Invitations, payment screenshots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9202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5603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internship genuine?”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suspicious?”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the negative evidence.”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trust this link?”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evidence. Understand the relationships. Help the community.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TRUSTLENS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/ fragmented approaches vs our design.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approaches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TrustLens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checking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understanding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separate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interaction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investigation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Cross-evidence relationships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trust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risk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Phone-first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8FA3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always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experience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8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 column reflects design goals; the current demo shows the workflow with controlled scenarios.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TRUSTLENS UNIQUE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things, combined.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documents + screenshots + QR + voice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598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314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26314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analysis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63140" y="260604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↔ Website ↔ Recruiter ↔ Email ↔ Offer ↔ Payment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9476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intelligence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60604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 investigates → community signal → User B sees related trust info (planned)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6354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070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60070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00700" y="260604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  × Mismatch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Unverified   ⚠ Risk signal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why, not just “scam”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60604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Voice + QR + AI, starting on the user’s phone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“an AI scam detector”: an AI-powered community trust and investigation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APP FIT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built around one purpose.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36576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0" y="365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GRAND FINALE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participants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communities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2514600"/>
            <a:ext cx="3200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46120" y="12801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0B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463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377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2514600"/>
            <a:ext cx="3200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12801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463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INTELLIGENCE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at the core, with on-device evaluation planned.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social network. The community exists to share and investigate digital trust signals.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investigation can help the next person.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0" y="365760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0" y="365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508760"/>
            <a:ext cx="179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offer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6143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1750" y="1508760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17470" y="1508760"/>
            <a:ext cx="179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7598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6300" y="1508760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2020" y="1508760"/>
            <a:ext cx="179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9053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00850" y="1508760"/>
            <a:ext cx="188595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46570" y="1508760"/>
            <a:ext cx="17945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4000500" cy="594360"/>
          </a:xfrm>
          <a:prstGeom prst="roundRect">
            <a:avLst>
              <a:gd name="adj" fmla="val 1230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286000"/>
            <a:ext cx="3909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Contributes: company, recruiter, website, risk signals, evidence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75988" y="25831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86300" y="2286000"/>
            <a:ext cx="4000500" cy="594360"/>
          </a:xfrm>
          <a:prstGeom prst="roundRect">
            <a:avLst>
              <a:gd name="adj" fmla="val 12308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2020" y="2286000"/>
            <a:ext cx="39090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signal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  (later, same recruiter)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1885950" cy="594360"/>
          </a:xfrm>
          <a:prstGeom prst="roundRect">
            <a:avLst>
              <a:gd name="adj" fmla="val 1230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2920" y="3429000"/>
            <a:ext cx="17945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61438" y="37261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571750" y="3429000"/>
            <a:ext cx="1885950" cy="594360"/>
          </a:xfrm>
          <a:prstGeom prst="roundRect">
            <a:avLst>
              <a:gd name="adj" fmla="val 1230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17470" y="3429000"/>
            <a:ext cx="17945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matching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75988" y="37261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86300" y="3429000"/>
            <a:ext cx="1885950" cy="594360"/>
          </a:xfrm>
          <a:prstGeom prst="roundRect">
            <a:avLst>
              <a:gd name="adj" fmla="val 12308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2020" y="3429000"/>
            <a:ext cx="17945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community signal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90538" y="37261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00850" y="3429000"/>
            <a:ext cx="1885950" cy="594360"/>
          </a:xfrm>
          <a:prstGeom prst="roundRect">
            <a:avLst>
              <a:gd name="adj" fmla="val 1230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46570" y="3429000"/>
            <a:ext cx="17945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sharing is user-controlled, and community signals support investigation rather than replace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+ TECHNICAL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in, explainable report 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36576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0" y="365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GRAND FINALE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32588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56588" y="16916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66900" y="132588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12620" y="132588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6288" y="16916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76600" y="132588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2320" y="132588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75988" y="16916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86300" y="132588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2020" y="132588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Processing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85688" y="16916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6000" y="132588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1720" y="132588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95388" y="16916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05700" y="132588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51420" y="132588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Sources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37744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Intelligence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56588" y="274320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866900" y="237744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12620" y="237744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Engine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6288" y="274320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76600" y="237744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22320" y="237744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75988" y="274320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686300" y="237744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32020" y="237744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85688" y="274320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96000" y="237744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41720" y="237744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95388" y="274320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505700" y="2377440"/>
            <a:ext cx="1181100" cy="731520"/>
          </a:xfrm>
          <a:prstGeom prst="roundRect">
            <a:avLst>
              <a:gd name="adj" fmla="val 10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51420" y="2377440"/>
            <a:ext cx="1089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Report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STACK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Gemini multimodal AI, OCR / Vision, Speech-to-Text, Text-to-Speech, MySQL, REST APIs, verification APIs / trusted sources, local / on-device AI evaluation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BY DESIGN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minimization, secure API communication, protected secrets, input validation, controlled file processing, sensitive logging controls, user control. Unknown ≠ Fraud.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 + ON-DEVICE AI DIRECTION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voice and AI on the phone.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040880" y="36576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365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PLANNED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377440" cy="3566160"/>
          </a:xfrm>
          <a:prstGeom prst="roundRect">
            <a:avLst>
              <a:gd name="adj" fmla="val 3077"/>
            </a:avLst>
          </a:prstGeom>
          <a:solidFill>
            <a:srgbClr val="000000"/>
          </a:solidFill>
          <a:ln w="25400">
            <a:solidFill>
              <a:srgbClr val="3A55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2194560" cy="338328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scenario: internship poster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83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Company identity found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Recruiter mismatch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Email / domain mismatch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Upfront payment requested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Payment relationship unverified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2A121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VERIFICATION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2801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12801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783080"/>
            <a:ext cx="0" cy="22860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91840" y="205740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(to evaluate)  +  Cloud AI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2651760"/>
            <a:ext cx="0" cy="22860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91840" y="292608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→ Community Signal → Trust Report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3749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Finale: we will evaluate which AI tasks can run on-device and which need cloud processing or external verification. Not implemented yet.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DEMO VS GRAND 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today, and what we will build.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017520" cy="3383280"/>
          </a:xfrm>
          <a:prstGeom prst="roundRect">
            <a:avLst>
              <a:gd name="adj" fmla="val 2424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DEMO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prototype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workflow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scenarios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result demonstration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relationship concept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27432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40480" y="1280160"/>
            <a:ext cx="4846320" cy="3383280"/>
          </a:xfrm>
          <a:prstGeom prst="roundRect">
            <a:avLst>
              <a:gd name="adj" fmla="val 2162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1417320"/>
            <a:ext cx="25603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DURING GRAND FINALE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874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Android application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 processing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document understanding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74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engine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 + evidence signals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analysis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trust report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/ local AI evaluation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CRITERIA + FINAL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the 100-point criteria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0972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Product Quality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→ investigation → result workflow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0784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0078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0078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Impact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 intelligence + relationships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0428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3042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Phone Use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QR + Voice, mobile-first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0779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077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AI, entity resolution, 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1129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5112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Usage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phone ↔ laptop workflow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148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1148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Presentation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internship-scam story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594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community-powered AI trust layer for the digital world.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69164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something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029968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2368296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2368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2706624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37760" y="2706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37760" y="304495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useful evidence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37760" y="3383280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others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16916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investigation can protect more than one person.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93776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before you trust.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4937760" y="4343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support, not a guaranteed fraud verdict.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TrustLens - Team POCKETMIND - iQOO Hackathon 2026 Grand Finale</dc:title>
  <dc:subject>PptxGenJS Presentation</dc:subject>
  <dc:creator>PptxGenJS</dc:creator>
  <cp:lastModifiedBy>PptxGenJS</cp:lastModifiedBy>
  <cp:revision>1</cp:revision>
  <dcterms:created xsi:type="dcterms:W3CDTF">2026-10-02T06:24:46Z</dcterms:created>
  <dcterms:modified xsi:type="dcterms:W3CDTF">2026-10-02T06:24:46Z</dcterms:modified>
</cp:coreProperties>
</file>